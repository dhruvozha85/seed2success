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Seed2Success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AI Operating System for Global Agriculture</a:t>
            </a:r>
          </a:p>
          <a:p>
            <a:r>
              <a:t>Raising $500,000 Seed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Farming is Broken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Climate change is destroying crop yields.</a:t>
            </a:r>
          </a:p>
          <a:p>
            <a:r>
              <a:t>• 500M Smallholder farmers rely on generational intuition.</a:t>
            </a:r>
          </a:p>
          <a:p>
            <a:r>
              <a:t>• Existing AgTech is too expensive and requires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A Multi-Modal AI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Computer Vision: Detect crop diseases instantly.</a:t>
            </a:r>
          </a:p>
          <a:p>
            <a:r>
              <a:t>• Machine Learning: Predict harvest yield via weather and soil.</a:t>
            </a:r>
          </a:p>
          <a:p>
            <a:r>
              <a:t>• RAG LLM + Voice: Farmers 'talk' to expert AI in native languages.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Moat: Continuous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 use MLOps to capture actual harvest feedback.</a:t>
            </a:r>
          </a:p>
          <a:p>
            <a:r>
              <a:t>• The model detects drift and retrains automatically.</a:t>
            </a:r>
          </a:p>
          <a:p>
            <a:r>
              <a:t>• Microsoft FarmBeats does not have this proprietary data loop.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Model: B2B2C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B2C (Free): Build the massive Data Flywheel.</a:t>
            </a:r>
          </a:p>
          <a:p>
            <a:r>
              <a:t>• B2B ($10k-$50k/mo): License ML endpoints to Agri-Giants.</a:t>
            </a:r>
          </a:p>
          <a:p>
            <a:r>
              <a:t>• B2G ($100k+/yr): Macro yield analytics for Governments.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 &amp;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Raising $500,000 Seed at $5M Post-Money Valuation.</a:t>
            </a:r>
          </a:p>
          <a:p>
            <a:r>
              <a:t>• 28 Months of Runway ($17.5k monthly burn).</a:t>
            </a:r>
          </a:p>
          <a:p>
            <a:r>
              <a:t>• Break-Even projected at Month 22 via B2B APIs.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